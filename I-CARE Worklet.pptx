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2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F6CD63-C34D-4EF1-9A5F-42D37D8CA1D2}" v="3" dt="2026-05-08T06:49:25.6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137" autoAdjust="0"/>
  </p:normalViewPr>
  <p:slideViewPr>
    <p:cSldViewPr snapToGrid="0">
      <p:cViewPr varScale="1">
        <p:scale>
          <a:sx n="74" d="100"/>
          <a:sy n="74" d="100"/>
        </p:scale>
        <p:origin x="12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Budihal" userId="2dd2abd5e02a52ca" providerId="LiveId" clId="{4BC04F9E-99E4-4592-A73F-181AB48F63CA}"/>
    <pc:docChg chg="custSel modSld">
      <pc:chgData name="Priyanka Budihal" userId="2dd2abd5e02a52ca" providerId="LiveId" clId="{4BC04F9E-99E4-4592-A73F-181AB48F63CA}" dt="2026-05-08T06:55:13.025" v="39" actId="20577"/>
      <pc:docMkLst>
        <pc:docMk/>
      </pc:docMkLst>
      <pc:sldChg chg="addSp delSp modSp mod">
        <pc:chgData name="Priyanka Budihal" userId="2dd2abd5e02a52ca" providerId="LiveId" clId="{4BC04F9E-99E4-4592-A73F-181AB48F63CA}" dt="2026-05-08T06:55:13.025" v="39" actId="20577"/>
        <pc:sldMkLst>
          <pc:docMk/>
          <pc:sldMk cId="4289930294" sldId="729"/>
        </pc:sldMkLst>
        <pc:spChg chg="del">
          <ac:chgData name="Priyanka Budihal" userId="2dd2abd5e02a52ca" providerId="LiveId" clId="{4BC04F9E-99E4-4592-A73F-181AB48F63CA}" dt="2026-05-08T06:48:45.252" v="2" actId="478"/>
          <ac:spMkLst>
            <pc:docMk/>
            <pc:sldMk cId="4289930294" sldId="729"/>
            <ac:spMk id="13" creationId="{00000000-0000-0000-0000-000000000000}"/>
          </ac:spMkLst>
        </pc:spChg>
        <pc:spChg chg="del mod">
          <ac:chgData name="Priyanka Budihal" userId="2dd2abd5e02a52ca" providerId="LiveId" clId="{4BC04F9E-99E4-4592-A73F-181AB48F63CA}" dt="2026-05-08T06:49:17.834" v="10" actId="21"/>
          <ac:spMkLst>
            <pc:docMk/>
            <pc:sldMk cId="4289930294" sldId="729"/>
            <ac:spMk id="28" creationId="{00000000-0000-0000-0000-000000000000}"/>
          </ac:spMkLst>
        </pc:spChg>
        <pc:spChg chg="mod">
          <ac:chgData name="Priyanka Budihal" userId="2dd2abd5e02a52ca" providerId="LiveId" clId="{4BC04F9E-99E4-4592-A73F-181AB48F63CA}" dt="2026-05-08T06:55:13.025" v="39" actId="20577"/>
          <ac:spMkLst>
            <pc:docMk/>
            <pc:sldMk cId="4289930294" sldId="729"/>
            <ac:spMk id="38" creationId="{6012AB5E-1560-712F-8183-68EF2537F3A0}"/>
          </ac:spMkLst>
        </pc:spChg>
        <pc:spChg chg="mod">
          <ac:chgData name="Priyanka Budihal" userId="2dd2abd5e02a52ca" providerId="LiveId" clId="{4BC04F9E-99E4-4592-A73F-181AB48F63CA}" dt="2026-05-08T06:48:50.591" v="4" actId="20577"/>
          <ac:spMkLst>
            <pc:docMk/>
            <pc:sldMk cId="4289930294" sldId="729"/>
            <ac:spMk id="40" creationId="{00000000-0000-0000-0000-000000000000}"/>
          </ac:spMkLst>
        </pc:spChg>
        <pc:grpChg chg="del">
          <ac:chgData name="Priyanka Budihal" userId="2dd2abd5e02a52ca" providerId="LiveId" clId="{4BC04F9E-99E4-4592-A73F-181AB48F63CA}" dt="2026-05-08T06:48:53.664" v="5" actId="478"/>
          <ac:grpSpMkLst>
            <pc:docMk/>
            <pc:sldMk cId="4289930294" sldId="729"/>
            <ac:grpSpMk id="18" creationId="{00000000-0000-0000-0000-000000000000}"/>
          </ac:grpSpMkLst>
        </pc:grpChg>
        <pc:picChg chg="del">
          <ac:chgData name="Priyanka Budihal" userId="2dd2abd5e02a52ca" providerId="LiveId" clId="{4BC04F9E-99E4-4592-A73F-181AB48F63CA}" dt="2026-05-08T06:49:25.665" v="13" actId="478"/>
          <ac:picMkLst>
            <pc:docMk/>
            <pc:sldMk cId="4289930294" sldId="729"/>
            <ac:picMk id="11" creationId="{FC7700F3-29EC-B5F0-80ED-71CE90F67470}"/>
          </ac:picMkLst>
        </pc:picChg>
        <pc:picChg chg="del">
          <ac:chgData name="Priyanka Budihal" userId="2dd2abd5e02a52ca" providerId="LiveId" clId="{4BC04F9E-99E4-4592-A73F-181AB48F63CA}" dt="2026-05-08T06:49:23.444" v="12" actId="478"/>
          <ac:picMkLst>
            <pc:docMk/>
            <pc:sldMk cId="4289930294" sldId="729"/>
            <ac:picMk id="12" creationId="{8AADB7BD-3B33-41E4-A945-6EAE52F3AEE0}"/>
          </ac:picMkLst>
        </pc:picChg>
        <pc:picChg chg="del">
          <ac:chgData name="Priyanka Budihal" userId="2dd2abd5e02a52ca" providerId="LiveId" clId="{4BC04F9E-99E4-4592-A73F-181AB48F63CA}" dt="2026-05-08T06:48:40.843" v="0" actId="478"/>
          <ac:picMkLst>
            <pc:docMk/>
            <pc:sldMk cId="4289930294" sldId="729"/>
            <ac:picMk id="16" creationId="{00000000-0000-0000-0000-000000000000}"/>
          </ac:picMkLst>
        </pc:picChg>
        <pc:picChg chg="add del mod">
          <ac:chgData name="Priyanka Budihal" userId="2dd2abd5e02a52ca" providerId="LiveId" clId="{4BC04F9E-99E4-4592-A73F-181AB48F63CA}" dt="2026-05-08T06:53:48.554" v="21" actId="478"/>
          <ac:picMkLst>
            <pc:docMk/>
            <pc:sldMk cId="4289930294" sldId="729"/>
            <ac:picMk id="17" creationId="{47099688-917D-6017-1D79-B25205559A54}"/>
          </ac:picMkLst>
        </pc:picChg>
        <pc:picChg chg="add mod">
          <ac:chgData name="Priyanka Budihal" userId="2dd2abd5e02a52ca" providerId="LiveId" clId="{4BC04F9E-99E4-4592-A73F-181AB48F63CA}" dt="2026-05-08T06:54:31.854" v="27" actId="1076"/>
          <ac:picMkLst>
            <pc:docMk/>
            <pc:sldMk cId="4289930294" sldId="729"/>
            <ac:picMk id="22" creationId="{2DD2F345-C126-9787-46EA-723147D8E7F5}"/>
          </ac:picMkLst>
        </pc:picChg>
        <pc:cxnChg chg="del mod">
          <ac:chgData name="Priyanka Budihal" userId="2dd2abd5e02a52ca" providerId="LiveId" clId="{4BC04F9E-99E4-4592-A73F-181AB48F63CA}" dt="2026-05-08T06:48:43.317" v="1" actId="478"/>
          <ac:cxnSpMkLst>
            <pc:docMk/>
            <pc:sldMk cId="4289930294" sldId="729"/>
            <ac:cxnSpMk id="15" creationId="{00000000-0000-0000-0000-000000000000}"/>
          </ac:cxnSpMkLst>
        </pc:cxnChg>
        <pc:cxnChg chg="del mod">
          <ac:chgData name="Priyanka Budihal" userId="2dd2abd5e02a52ca" providerId="LiveId" clId="{4BC04F9E-99E4-4592-A73F-181AB48F63CA}" dt="2026-05-08T06:48:47.365" v="3" actId="478"/>
          <ac:cxnSpMkLst>
            <pc:docMk/>
            <pc:sldMk cId="4289930294" sldId="729"/>
            <ac:cxnSpMk id="29" creationId="{00000000-0000-0000-0000-000000000000}"/>
          </ac:cxnSpMkLst>
        </pc:cxnChg>
        <pc:cxnChg chg="del mod">
          <ac:chgData name="Priyanka Budihal" userId="2dd2abd5e02a52ca" providerId="LiveId" clId="{4BC04F9E-99E4-4592-A73F-181AB48F63CA}" dt="2026-05-08T06:48:56.094" v="6" actId="478"/>
          <ac:cxnSpMkLst>
            <pc:docMk/>
            <pc:sldMk cId="4289930294" sldId="729"/>
            <ac:cxnSpMk id="30" creationId="{00000000-0000-0000-0000-000000000000}"/>
          </ac:cxnSpMkLst>
        </pc:cxnChg>
        <pc:cxnChg chg="del mod">
          <ac:chgData name="Priyanka Budihal" userId="2dd2abd5e02a52ca" providerId="LiveId" clId="{4BC04F9E-99E4-4592-A73F-181AB48F63CA}" dt="2026-05-08T06:49:20.316" v="11" actId="478"/>
          <ac:cxnSpMkLst>
            <pc:docMk/>
            <pc:sldMk cId="4289930294" sldId="729"/>
            <ac:cxnSpMk id="35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346B9-B1D8-4CA3-9B2E-CB5F86EA991B}" type="datetimeFigureOut">
              <a:rPr lang="en-IN" smtClean="0"/>
              <a:pPr/>
              <a:t>20-05-2026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A1AF2-4693-4FBE-A977-D1137A7E0D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31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10FCB-200C-2B43-9885-E5F441D2F03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9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FD2D-492A-76FF-F503-471561E5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0D0B-37A3-2686-26D5-74ADA219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5ABCA-A10E-FA9F-E6E4-D02F95538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05A6-F8D6-A346-9C2A-4A7D44F39E91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168B9-FFE6-5E12-8B61-84554066C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5436A-FBA1-A000-1D73-03AB912E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9A38A-0B35-3C43-B2F5-6FF920A61C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6776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E4F3A-4D0E-9F76-6890-E6D8252E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C6523-C644-67A7-7060-ACC0EFC6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6099-ECA2-8562-4C1C-1F6AF5844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05A6-F8D6-A346-9C2A-4A7D44F39E91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6DAC-A6E3-FCAD-0329-AAAC477B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AA460-0BE9-F550-4AFB-A615C071D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9A38A-0B35-3C43-B2F5-6FF920A61C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1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0" y="947312"/>
            <a:ext cx="121288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AutoShape 2" descr="Jawaharlal Nehru Medical College"/>
          <p:cNvSpPr>
            <a:spLocks noChangeAspect="1" noChangeArrowheads="1"/>
          </p:cNvSpPr>
          <p:nvPr/>
        </p:nvSpPr>
        <p:spPr bwMode="auto">
          <a:xfrm>
            <a:off x="155575" y="7419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5" descr="JNMC BELAGAVI - 2022 Admission Process, Ranking, Reviews, Affiliations"/>
          <p:cNvSpPr>
            <a:spLocks noChangeAspect="1" noChangeArrowheads="1"/>
          </p:cNvSpPr>
          <p:nvPr/>
        </p:nvSpPr>
        <p:spPr bwMode="auto">
          <a:xfrm>
            <a:off x="307975" y="22659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2AB5E-1560-712F-8183-68EF2537F3A0}"/>
              </a:ext>
            </a:extLst>
          </p:cNvPr>
          <p:cNvSpPr txBox="1"/>
          <p:nvPr/>
        </p:nvSpPr>
        <p:spPr>
          <a:xfrm>
            <a:off x="0" y="173144"/>
            <a:ext cx="8754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I-CARE : Intelligent Car Accident Response Emergency Locator 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04674-74FA-6307-56E7-2B8478ADF7C8}"/>
              </a:ext>
            </a:extLst>
          </p:cNvPr>
          <p:cNvSpPr txBox="1"/>
          <p:nvPr/>
        </p:nvSpPr>
        <p:spPr>
          <a:xfrm>
            <a:off x="71765" y="2781398"/>
            <a:ext cx="68138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safety systems rely on bystander help, causing fatal delays for incapacitated victims.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I-CARE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hazard detection and GPS alerts to ensure instant rescue and prevent fatigue-related crashes.. 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1D78AD-92C4-D411-5F9C-631F924F1AA2}"/>
              </a:ext>
            </a:extLst>
          </p:cNvPr>
          <p:cNvSpPr/>
          <p:nvPr/>
        </p:nvSpPr>
        <p:spPr>
          <a:xfrm>
            <a:off x="107539" y="3440230"/>
            <a:ext cx="576276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Detection System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 Module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Performance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E5A2F-05FB-B929-8B2E-A621EB72DDCA}"/>
              </a:ext>
            </a:extLst>
          </p:cNvPr>
          <p:cNvSpPr txBox="1"/>
          <p:nvPr/>
        </p:nvSpPr>
        <p:spPr>
          <a:xfrm>
            <a:off x="71765" y="4321465"/>
            <a:ext cx="61992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/ Pre-Requisites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Proficiency in Python/OpenCV, Raspberry Pi hardware interfacing, and EAR sensor calibration.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116B9C-F1E5-E24D-9D2F-D0E8A384333F}"/>
              </a:ext>
            </a:extLst>
          </p:cNvPr>
          <p:cNvSpPr txBox="1"/>
          <p:nvPr/>
        </p:nvSpPr>
        <p:spPr>
          <a:xfrm>
            <a:off x="24687" y="4998316"/>
            <a:ext cx="6199215" cy="183127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Starter Reference 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 Alvi et al., "A Comprehensive Study on IoT Based Accident Detection Systems for Smart Vehicles," </a:t>
            </a:r>
            <a:r>
              <a:rPr lang="en-IN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8,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Kishore S &amp; Rekha R Nair, "Enhancing Road Safety: A Smart Accident Alert System for Rapid Emergency Response."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Nicky Kattukkaran et al., "Intelligent Accident Detection and Alert System for Emergency Medical Assistance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Saponara et al., "Real-time video fire/smoke detection based on CNN in antifire surveillance systems," </a:t>
            </a:r>
            <a:r>
              <a:rPr lang="en-US" sz="11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Real-Time Image Processing</a:t>
            </a: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</a:t>
            </a:r>
          </a:p>
          <a:p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100" b="0" u="sng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11356" y="3836192"/>
            <a:ext cx="6463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Drivable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 rot="21041253">
            <a:off x="7615597" y="3778673"/>
            <a:ext cx="64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Parable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30221" y="5656469"/>
            <a:ext cx="247261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Procurement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selection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design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setup for Python/OpenCV.</a:t>
            </a: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98636" y="5808635"/>
            <a:ext cx="1801040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 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Coding CV modules.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interfacing, configuring GSM/GPS alerts.</a:t>
            </a:r>
            <a:endParaRPr lang="en-US" sz="1050" dirty="0">
              <a:solidFill>
                <a:prstClr val="black"/>
              </a:solidFill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286277" y="5812110"/>
            <a:ext cx="20273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calibration, 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accuracy testing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prototype assembly.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741168" y="4676713"/>
            <a:ext cx="765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Timeline</a:t>
            </a:r>
          </a:p>
        </p:txBody>
      </p:sp>
      <p:cxnSp>
        <p:nvCxnSpPr>
          <p:cNvPr id="47" name="Straight Connector 46"/>
          <p:cNvCxnSpPr>
            <a:cxnSpLocks/>
          </p:cNvCxnSpPr>
          <p:nvPr/>
        </p:nvCxnSpPr>
        <p:spPr>
          <a:xfrm flipV="1">
            <a:off x="6637584" y="5660922"/>
            <a:ext cx="4645381" cy="9403"/>
          </a:xfrm>
          <a:prstGeom prst="line">
            <a:avLst/>
          </a:prstGeom>
          <a:ln w="12700">
            <a:solidFill>
              <a:srgbClr val="B2B2B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495344" y="5609337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48"/>
          <p:cNvSpPr/>
          <p:nvPr/>
        </p:nvSpPr>
        <p:spPr>
          <a:xfrm flipH="1">
            <a:off x="8802723" y="5558784"/>
            <a:ext cx="142239" cy="166605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230413" y="5604103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413076" y="5127897"/>
            <a:ext cx="10326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Kick Off </a:t>
            </a:r>
            <a:b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</a:b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&lt; 1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st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 Month 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09412" y="5127897"/>
            <a:ext cx="13951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Milestone 1 </a:t>
            </a:r>
            <a:b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</a:b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&lt; 2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nd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Month &gt;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26277" y="5138269"/>
            <a:ext cx="14082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Milestone 2 </a:t>
            </a:r>
            <a:b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</a:b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&lt; 3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rd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&amp; 4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Month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939" y="1477930"/>
            <a:ext cx="64109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vehicle safety systems fail to help incapacitated victims, relying on unpredictable bystander reporting.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I-CARE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bridges this "Golden Hour" gap by integrating IoT and Computer Vision to detect crashes and driver fatigue automatically. By triggering instant GPS alerts without human intervention, the system provides a low-cost, life-saving solution for proactive accident prevention and rapid emergency response.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4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536" y="165678"/>
            <a:ext cx="2637375" cy="56604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012AB5E-1560-712F-8183-68EF2537F3A0}"/>
              </a:ext>
            </a:extLst>
          </p:cNvPr>
          <p:cNvSpPr txBox="1"/>
          <p:nvPr/>
        </p:nvSpPr>
        <p:spPr>
          <a:xfrm>
            <a:off x="50518" y="598790"/>
            <a:ext cx="9272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SRNs: 02FE22BEC054, 02FE22BEC058		</a:t>
            </a:r>
            <a:endParaRPr lang="ko-KR" altLang="en-US" sz="1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C8F426-AA0A-47B2-97AE-E40B33921625}"/>
              </a:ext>
            </a:extLst>
          </p:cNvPr>
          <p:cNvSpPr txBox="1"/>
          <p:nvPr/>
        </p:nvSpPr>
        <p:spPr>
          <a:xfrm>
            <a:off x="103527" y="1049365"/>
            <a:ext cx="9272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Names: Priyanka, Pruthviraj                                                                                                                           Guide: Dr. </a:t>
            </a:r>
            <a:r>
              <a:rPr lang="en-IN" altLang="ko-KR" sz="1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Dattaprasad</a:t>
            </a:r>
            <a:r>
              <a:rPr lang="en-IN" altLang="ko-K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Torse</a:t>
            </a:r>
            <a:endParaRPr lang="ko-KR" altLang="en-US" sz="1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DD2F345-C126-9787-46EA-723147D8E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6570" y="1409686"/>
            <a:ext cx="3866083" cy="336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3029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10885</TotalTime>
  <Words>332</Words>
  <Application>Microsoft Office PowerPoint</Application>
  <PresentationFormat>Widescreen</PresentationFormat>
  <Paragraphs>36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Pruthviraj Banoshi</cp:lastModifiedBy>
  <cp:revision>251</cp:revision>
  <dcterms:created xsi:type="dcterms:W3CDTF">2022-08-30T05:01:25Z</dcterms:created>
  <dcterms:modified xsi:type="dcterms:W3CDTF">2026-05-20T09:34:05Z</dcterms:modified>
</cp:coreProperties>
</file>