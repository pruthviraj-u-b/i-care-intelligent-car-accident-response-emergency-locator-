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21396325" cy="15087600"/>
  <p:notesSz cx="9601200" cy="7315200"/>
  <p:defaultTextStyle>
    <a:defPPr>
      <a:defRPr lang="en-US"/>
    </a:defPPr>
    <a:lvl1pPr algn="l" defTabSz="2076450" rtl="0" fontAlgn="base">
      <a:spcBef>
        <a:spcPct val="0"/>
      </a:spcBef>
      <a:spcAft>
        <a:spcPct val="0"/>
      </a:spcAft>
      <a:defRPr sz="4100" kern="1200">
        <a:solidFill>
          <a:schemeClr val="tx1"/>
        </a:solidFill>
        <a:latin typeface="Arial" charset="0"/>
        <a:ea typeface="+mn-ea"/>
        <a:cs typeface="+mn-cs"/>
      </a:defRPr>
    </a:lvl1pPr>
    <a:lvl2pPr marL="1038225" indent="-581025" algn="l" defTabSz="2076450" rtl="0" fontAlgn="base">
      <a:spcBef>
        <a:spcPct val="0"/>
      </a:spcBef>
      <a:spcAft>
        <a:spcPct val="0"/>
      </a:spcAft>
      <a:defRPr sz="4100" kern="1200">
        <a:solidFill>
          <a:schemeClr val="tx1"/>
        </a:solidFill>
        <a:latin typeface="Arial" charset="0"/>
        <a:ea typeface="+mn-ea"/>
        <a:cs typeface="+mn-cs"/>
      </a:defRPr>
    </a:lvl2pPr>
    <a:lvl3pPr marL="2076450" indent="-1162050" algn="l" defTabSz="2076450" rtl="0" fontAlgn="base">
      <a:spcBef>
        <a:spcPct val="0"/>
      </a:spcBef>
      <a:spcAft>
        <a:spcPct val="0"/>
      </a:spcAft>
      <a:defRPr sz="4100" kern="1200">
        <a:solidFill>
          <a:schemeClr val="tx1"/>
        </a:solidFill>
        <a:latin typeface="Arial" charset="0"/>
        <a:ea typeface="+mn-ea"/>
        <a:cs typeface="+mn-cs"/>
      </a:defRPr>
    </a:lvl3pPr>
    <a:lvl4pPr marL="3116263" indent="-1744663" algn="l" defTabSz="2076450" rtl="0" fontAlgn="base">
      <a:spcBef>
        <a:spcPct val="0"/>
      </a:spcBef>
      <a:spcAft>
        <a:spcPct val="0"/>
      </a:spcAft>
      <a:defRPr sz="4100" kern="1200">
        <a:solidFill>
          <a:schemeClr val="tx1"/>
        </a:solidFill>
        <a:latin typeface="Arial" charset="0"/>
        <a:ea typeface="+mn-ea"/>
        <a:cs typeface="+mn-cs"/>
      </a:defRPr>
    </a:lvl4pPr>
    <a:lvl5pPr marL="4154488" indent="-2325688" algn="l" defTabSz="2076450" rtl="0" fontAlgn="base">
      <a:spcBef>
        <a:spcPct val="0"/>
      </a:spcBef>
      <a:spcAft>
        <a:spcPct val="0"/>
      </a:spcAft>
      <a:defRPr sz="41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1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1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1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1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752">
          <p15:clr>
            <a:srgbClr val="A4A3A4"/>
          </p15:clr>
        </p15:guide>
        <p15:guide id="2" pos="67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6774" autoAdjust="0"/>
  </p:normalViewPr>
  <p:slideViewPr>
    <p:cSldViewPr>
      <p:cViewPr varScale="1">
        <p:scale>
          <a:sx n="38" d="100"/>
          <a:sy n="38" d="100"/>
        </p:scale>
        <p:origin x="1762" y="29"/>
      </p:cViewPr>
      <p:guideLst>
        <p:guide orient="horz" pos="4752"/>
        <p:guide pos="67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9014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pPr>
              <a:defRPr/>
            </a:pPr>
            <a:fld id="{8DA7D3DA-D4CF-4054-A710-8575792C48DD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5913" y="549275"/>
            <a:ext cx="3889375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7747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9014" y="6947747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pPr>
              <a:defRPr/>
            </a:pPr>
            <a:fld id="{095823FB-3E7A-4815-914B-4B33629D59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6594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855913" y="549275"/>
            <a:ext cx="3889375" cy="27432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b="1" dirty="0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7FB7E0C-4FEA-4D01-9D63-D6E98DE3882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49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4" y="4686937"/>
            <a:ext cx="18186877" cy="32340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450" y="8549641"/>
            <a:ext cx="14977428" cy="38557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038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077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116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155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194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233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27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311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5460F-96E0-41BC-BFD5-E159634B3175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B3AD0-5DBC-48D5-BDCD-360487953A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1E83C-3328-47B5-8F6E-AC2DD1A4855E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79CA9-CAEE-4BB7-8EFC-60BB3D80FE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162" y="9695182"/>
            <a:ext cx="18186877" cy="2996565"/>
          </a:xfrm>
        </p:spPr>
        <p:txBody>
          <a:bodyPr anchor="t"/>
          <a:lstStyle>
            <a:lvl1pPr algn="l">
              <a:defRPr sz="9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162" y="6394771"/>
            <a:ext cx="18186877" cy="3300411"/>
          </a:xfrm>
        </p:spPr>
        <p:txBody>
          <a:bodyPr anchor="b"/>
          <a:lstStyle>
            <a:lvl1pPr marL="0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1pPr>
            <a:lvl2pPr marL="1038964" indent="0">
              <a:buNone/>
              <a:defRPr sz="4100">
                <a:solidFill>
                  <a:schemeClr val="tx1">
                    <a:tint val="75000"/>
                  </a:schemeClr>
                </a:solidFill>
              </a:defRPr>
            </a:lvl2pPr>
            <a:lvl3pPr marL="2077928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311689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415585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51948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623378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7272748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831171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BD1A3-08D1-4783-BE32-9483B8F2332C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F12C6-BDBE-4921-B43C-0B64A03B68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40053" y="10903587"/>
            <a:ext cx="31663589" cy="30842269"/>
          </a:xfrm>
        </p:spPr>
        <p:txBody>
          <a:bodyPr/>
          <a:lstStyle>
            <a:lvl1pPr>
              <a:defRPr sz="6400"/>
            </a:lvl1pPr>
            <a:lvl2pPr>
              <a:defRPr sz="5400"/>
            </a:lvl2pPr>
            <a:lvl3pPr>
              <a:defRPr sz="4500"/>
            </a:lvl3pPr>
            <a:lvl4pPr>
              <a:defRPr sz="4100"/>
            </a:lvl4pPr>
            <a:lvl5pPr>
              <a:defRPr sz="4100"/>
            </a:lvl5pPr>
            <a:lvl6pPr>
              <a:defRPr sz="4100"/>
            </a:lvl6pPr>
            <a:lvl7pPr>
              <a:defRPr sz="4100"/>
            </a:lvl7pPr>
            <a:lvl8pPr>
              <a:defRPr sz="4100"/>
            </a:lvl8pPr>
            <a:lvl9pPr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560250" y="10903587"/>
            <a:ext cx="31667303" cy="30842269"/>
          </a:xfrm>
        </p:spPr>
        <p:txBody>
          <a:bodyPr/>
          <a:lstStyle>
            <a:lvl1pPr>
              <a:defRPr sz="6400"/>
            </a:lvl1pPr>
            <a:lvl2pPr>
              <a:defRPr sz="5400"/>
            </a:lvl2pPr>
            <a:lvl3pPr>
              <a:defRPr sz="4500"/>
            </a:lvl3pPr>
            <a:lvl4pPr>
              <a:defRPr sz="4100"/>
            </a:lvl4pPr>
            <a:lvl5pPr>
              <a:defRPr sz="4100"/>
            </a:lvl5pPr>
            <a:lvl6pPr>
              <a:defRPr sz="4100"/>
            </a:lvl6pPr>
            <a:lvl7pPr>
              <a:defRPr sz="4100"/>
            </a:lvl7pPr>
            <a:lvl8pPr>
              <a:defRPr sz="4100"/>
            </a:lvl8pPr>
            <a:lvl9pPr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FD71E-2DFD-4F23-A448-ACECB91B2C59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06F45-AC25-4817-AACF-54B8C6C580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17" y="604204"/>
            <a:ext cx="19256692" cy="2514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16" y="3377249"/>
            <a:ext cx="9453760" cy="1407476"/>
          </a:xfrm>
        </p:spPr>
        <p:txBody>
          <a:bodyPr anchor="b"/>
          <a:lstStyle>
            <a:lvl1pPr marL="0" indent="0">
              <a:buNone/>
              <a:defRPr sz="5400" b="1"/>
            </a:lvl1pPr>
            <a:lvl2pPr marL="1038964" indent="0">
              <a:buNone/>
              <a:defRPr sz="4500" b="1"/>
            </a:lvl2pPr>
            <a:lvl3pPr marL="2077928" indent="0">
              <a:buNone/>
              <a:defRPr sz="4100" b="1"/>
            </a:lvl3pPr>
            <a:lvl4pPr marL="3116892" indent="0">
              <a:buNone/>
              <a:defRPr sz="3600" b="1"/>
            </a:lvl4pPr>
            <a:lvl5pPr marL="4155856" indent="0">
              <a:buNone/>
              <a:defRPr sz="3600" b="1"/>
            </a:lvl5pPr>
            <a:lvl6pPr marL="5194820" indent="0">
              <a:buNone/>
              <a:defRPr sz="3600" b="1"/>
            </a:lvl6pPr>
            <a:lvl7pPr marL="6233784" indent="0">
              <a:buNone/>
              <a:defRPr sz="3600" b="1"/>
            </a:lvl7pPr>
            <a:lvl8pPr marL="7272748" indent="0">
              <a:buNone/>
              <a:defRPr sz="3600" b="1"/>
            </a:lvl8pPr>
            <a:lvl9pPr marL="8311712" indent="0">
              <a:buNone/>
              <a:defRPr sz="3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16" y="4784725"/>
            <a:ext cx="9453760" cy="8692834"/>
          </a:xfrm>
        </p:spPr>
        <p:txBody>
          <a:bodyPr/>
          <a:lstStyle>
            <a:lvl1pPr>
              <a:defRPr sz="5400"/>
            </a:lvl1pPr>
            <a:lvl2pPr>
              <a:defRPr sz="4500"/>
            </a:lvl2pPr>
            <a:lvl3pPr>
              <a:defRPr sz="41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9038" y="3377249"/>
            <a:ext cx="9457473" cy="1407476"/>
          </a:xfrm>
        </p:spPr>
        <p:txBody>
          <a:bodyPr anchor="b"/>
          <a:lstStyle>
            <a:lvl1pPr marL="0" indent="0">
              <a:buNone/>
              <a:defRPr sz="5400" b="1"/>
            </a:lvl1pPr>
            <a:lvl2pPr marL="1038964" indent="0">
              <a:buNone/>
              <a:defRPr sz="4500" b="1"/>
            </a:lvl2pPr>
            <a:lvl3pPr marL="2077928" indent="0">
              <a:buNone/>
              <a:defRPr sz="4100" b="1"/>
            </a:lvl3pPr>
            <a:lvl4pPr marL="3116892" indent="0">
              <a:buNone/>
              <a:defRPr sz="3600" b="1"/>
            </a:lvl4pPr>
            <a:lvl5pPr marL="4155856" indent="0">
              <a:buNone/>
              <a:defRPr sz="3600" b="1"/>
            </a:lvl5pPr>
            <a:lvl6pPr marL="5194820" indent="0">
              <a:buNone/>
              <a:defRPr sz="3600" b="1"/>
            </a:lvl6pPr>
            <a:lvl7pPr marL="6233784" indent="0">
              <a:buNone/>
              <a:defRPr sz="3600" b="1"/>
            </a:lvl7pPr>
            <a:lvl8pPr marL="7272748" indent="0">
              <a:buNone/>
              <a:defRPr sz="3600" b="1"/>
            </a:lvl8pPr>
            <a:lvl9pPr marL="8311712" indent="0">
              <a:buNone/>
              <a:defRPr sz="3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9038" y="4784725"/>
            <a:ext cx="9457473" cy="8692834"/>
          </a:xfrm>
        </p:spPr>
        <p:txBody>
          <a:bodyPr/>
          <a:lstStyle>
            <a:lvl1pPr>
              <a:defRPr sz="5400"/>
            </a:lvl1pPr>
            <a:lvl2pPr>
              <a:defRPr sz="4500"/>
            </a:lvl2pPr>
            <a:lvl3pPr>
              <a:defRPr sz="41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1FB7C-CAD3-4979-BB8E-DDCF03472B9C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507D2-9CBF-494B-8A56-EF5DC47183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A2579-1276-4A74-87A1-6D0FE2FF372C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46B4A-9340-49C8-807A-7783BD8408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8E265A-1361-4AEA-8A14-E101C8394C8C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84815A-3B0E-4997-A765-CDBFE7D755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18" y="600711"/>
            <a:ext cx="7039244" cy="2556510"/>
          </a:xfrm>
        </p:spPr>
        <p:txBody>
          <a:bodyPr anchor="b"/>
          <a:lstStyle>
            <a:lvl1pPr algn="l">
              <a:defRPr sz="4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369" y="600712"/>
            <a:ext cx="11961140" cy="12876848"/>
          </a:xfrm>
        </p:spPr>
        <p:txBody>
          <a:bodyPr/>
          <a:lstStyle>
            <a:lvl1pPr>
              <a:defRPr sz="7300"/>
            </a:lvl1pPr>
            <a:lvl2pPr>
              <a:defRPr sz="6400"/>
            </a:lvl2pPr>
            <a:lvl3pPr>
              <a:defRPr sz="5400"/>
            </a:lvl3pPr>
            <a:lvl4pPr>
              <a:defRPr sz="4500"/>
            </a:lvl4pPr>
            <a:lvl5pPr>
              <a:defRPr sz="4500"/>
            </a:lvl5pPr>
            <a:lvl6pPr>
              <a:defRPr sz="4500"/>
            </a:lvl6pPr>
            <a:lvl7pPr>
              <a:defRPr sz="4500"/>
            </a:lvl7pPr>
            <a:lvl8pPr>
              <a:defRPr sz="4500"/>
            </a:lvl8pPr>
            <a:lvl9pPr>
              <a:defRPr sz="4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818" y="3157222"/>
            <a:ext cx="7039244" cy="10320338"/>
          </a:xfrm>
        </p:spPr>
        <p:txBody>
          <a:bodyPr/>
          <a:lstStyle>
            <a:lvl1pPr marL="0" indent="0">
              <a:buNone/>
              <a:defRPr sz="3200"/>
            </a:lvl1pPr>
            <a:lvl2pPr marL="1038964" indent="0">
              <a:buNone/>
              <a:defRPr sz="2800"/>
            </a:lvl2pPr>
            <a:lvl3pPr marL="2077928" indent="0">
              <a:buNone/>
              <a:defRPr sz="2300"/>
            </a:lvl3pPr>
            <a:lvl4pPr marL="3116892" indent="0">
              <a:buNone/>
              <a:defRPr sz="2000"/>
            </a:lvl4pPr>
            <a:lvl5pPr marL="4155856" indent="0">
              <a:buNone/>
              <a:defRPr sz="2000"/>
            </a:lvl5pPr>
            <a:lvl6pPr marL="5194820" indent="0">
              <a:buNone/>
              <a:defRPr sz="2000"/>
            </a:lvl6pPr>
            <a:lvl7pPr marL="6233784" indent="0">
              <a:buNone/>
              <a:defRPr sz="2000"/>
            </a:lvl7pPr>
            <a:lvl8pPr marL="7272748" indent="0">
              <a:buNone/>
              <a:defRPr sz="2000"/>
            </a:lvl8pPr>
            <a:lvl9pPr marL="831171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6368B-BFDC-4FD9-BB47-0294E095E7C7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0EB0D-B40A-4476-A042-007224BD9F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3830" y="10561319"/>
            <a:ext cx="12837795" cy="1246824"/>
          </a:xfrm>
        </p:spPr>
        <p:txBody>
          <a:bodyPr anchor="b"/>
          <a:lstStyle>
            <a:lvl1pPr algn="l">
              <a:defRPr sz="4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3830" y="1348106"/>
            <a:ext cx="12837795" cy="9052560"/>
          </a:xfrm>
        </p:spPr>
        <p:txBody>
          <a:bodyPr rtlCol="0">
            <a:normAutofit/>
          </a:bodyPr>
          <a:lstStyle>
            <a:lvl1pPr marL="0" indent="0">
              <a:buNone/>
              <a:defRPr sz="7300"/>
            </a:lvl1pPr>
            <a:lvl2pPr marL="1038964" indent="0">
              <a:buNone/>
              <a:defRPr sz="6400"/>
            </a:lvl2pPr>
            <a:lvl3pPr marL="2077928" indent="0">
              <a:buNone/>
              <a:defRPr sz="5400"/>
            </a:lvl3pPr>
            <a:lvl4pPr marL="3116892" indent="0">
              <a:buNone/>
              <a:defRPr sz="4500"/>
            </a:lvl4pPr>
            <a:lvl5pPr marL="4155856" indent="0">
              <a:buNone/>
              <a:defRPr sz="4500"/>
            </a:lvl5pPr>
            <a:lvl6pPr marL="5194820" indent="0">
              <a:buNone/>
              <a:defRPr sz="4500"/>
            </a:lvl6pPr>
            <a:lvl7pPr marL="6233784" indent="0">
              <a:buNone/>
              <a:defRPr sz="4500"/>
            </a:lvl7pPr>
            <a:lvl8pPr marL="7272748" indent="0">
              <a:buNone/>
              <a:defRPr sz="4500"/>
            </a:lvl8pPr>
            <a:lvl9pPr marL="8311712" indent="0">
              <a:buNone/>
              <a:defRPr sz="45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3830" y="11808145"/>
            <a:ext cx="12837795" cy="1770696"/>
          </a:xfrm>
        </p:spPr>
        <p:txBody>
          <a:bodyPr/>
          <a:lstStyle>
            <a:lvl1pPr marL="0" indent="0">
              <a:buNone/>
              <a:defRPr sz="3200"/>
            </a:lvl1pPr>
            <a:lvl2pPr marL="1038964" indent="0">
              <a:buNone/>
              <a:defRPr sz="2800"/>
            </a:lvl2pPr>
            <a:lvl3pPr marL="2077928" indent="0">
              <a:buNone/>
              <a:defRPr sz="2300"/>
            </a:lvl3pPr>
            <a:lvl4pPr marL="3116892" indent="0">
              <a:buNone/>
              <a:defRPr sz="2000"/>
            </a:lvl4pPr>
            <a:lvl5pPr marL="4155856" indent="0">
              <a:buNone/>
              <a:defRPr sz="2000"/>
            </a:lvl5pPr>
            <a:lvl6pPr marL="5194820" indent="0">
              <a:buNone/>
              <a:defRPr sz="2000"/>
            </a:lvl6pPr>
            <a:lvl7pPr marL="6233784" indent="0">
              <a:buNone/>
              <a:defRPr sz="2000"/>
            </a:lvl7pPr>
            <a:lvl8pPr marL="7272748" indent="0">
              <a:buNone/>
              <a:defRPr sz="2000"/>
            </a:lvl8pPr>
            <a:lvl9pPr marL="831171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24F50-1CD8-4B77-BE20-CFD245A62816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18976-4C8D-4EDB-A1D9-42BB65F6CA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35837-7092-45D4-8203-1DECF2FA5DEF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D52EC-F445-4909-BEE7-D61A89EDE6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306607" y="1871980"/>
            <a:ext cx="15920946" cy="398738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40052" y="1871980"/>
            <a:ext cx="47409946" cy="398738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2A16A-F627-46B0-B05E-C9F55505C59C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13833-D753-453C-8296-ABA66C37EE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69737" y="603441"/>
            <a:ext cx="19256851" cy="2515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7793" tIns="103897" rIns="207793" bIns="1038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69737" y="3520863"/>
            <a:ext cx="19256851" cy="9955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7793" tIns="103897" rIns="207793" bIns="1038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737" y="13983668"/>
            <a:ext cx="4992103" cy="803003"/>
          </a:xfrm>
          <a:prstGeom prst="rect">
            <a:avLst/>
          </a:prstGeom>
        </p:spPr>
        <p:txBody>
          <a:bodyPr vert="horz" lIns="207793" tIns="103897" rIns="207793" bIns="103897" rtlCol="0" anchor="ctr"/>
          <a:lstStyle>
            <a:lvl1pPr algn="l" defTabSz="2077928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3649540-97AF-4BB8-BF1D-44EE7EB337A9}" type="datetimeFigureOut">
              <a:rPr lang="en-US"/>
              <a:pPr>
                <a:defRPr/>
              </a:pPr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10664" y="13983668"/>
            <a:ext cx="6774997" cy="803003"/>
          </a:xfrm>
          <a:prstGeom prst="rect">
            <a:avLst/>
          </a:prstGeom>
        </p:spPr>
        <p:txBody>
          <a:bodyPr vert="horz" lIns="207793" tIns="103897" rIns="207793" bIns="103897" rtlCol="0" anchor="ctr"/>
          <a:lstStyle>
            <a:lvl1pPr algn="ctr" defTabSz="2077928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34486" y="13983668"/>
            <a:ext cx="4992103" cy="803003"/>
          </a:xfrm>
          <a:prstGeom prst="rect">
            <a:avLst/>
          </a:prstGeom>
        </p:spPr>
        <p:txBody>
          <a:bodyPr vert="horz" lIns="207793" tIns="103897" rIns="207793" bIns="103897" rtlCol="0" anchor="ctr"/>
          <a:lstStyle>
            <a:lvl1pPr algn="r" defTabSz="2077928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8D161DD-CB27-4D32-93F1-1D522049FD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76450" rtl="0" eaLnBrk="0" fontAlgn="base" hangingPunct="0">
        <a:spcBef>
          <a:spcPct val="0"/>
        </a:spcBef>
        <a:spcAft>
          <a:spcPct val="0"/>
        </a:spcAft>
        <a:defRPr sz="10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076450" rtl="0" eaLnBrk="0" fontAlgn="base" hangingPunct="0">
        <a:spcBef>
          <a:spcPct val="0"/>
        </a:spcBef>
        <a:spcAft>
          <a:spcPct val="0"/>
        </a:spcAft>
        <a:defRPr sz="10000">
          <a:solidFill>
            <a:schemeClr val="tx1"/>
          </a:solidFill>
          <a:latin typeface="Calibri" pitchFamily="34" charset="0"/>
        </a:defRPr>
      </a:lvl2pPr>
      <a:lvl3pPr algn="ctr" defTabSz="2076450" rtl="0" eaLnBrk="0" fontAlgn="base" hangingPunct="0">
        <a:spcBef>
          <a:spcPct val="0"/>
        </a:spcBef>
        <a:spcAft>
          <a:spcPct val="0"/>
        </a:spcAft>
        <a:defRPr sz="10000">
          <a:solidFill>
            <a:schemeClr val="tx1"/>
          </a:solidFill>
          <a:latin typeface="Calibri" pitchFamily="34" charset="0"/>
        </a:defRPr>
      </a:lvl3pPr>
      <a:lvl4pPr algn="ctr" defTabSz="2076450" rtl="0" eaLnBrk="0" fontAlgn="base" hangingPunct="0">
        <a:spcBef>
          <a:spcPct val="0"/>
        </a:spcBef>
        <a:spcAft>
          <a:spcPct val="0"/>
        </a:spcAft>
        <a:defRPr sz="10000">
          <a:solidFill>
            <a:schemeClr val="tx1"/>
          </a:solidFill>
          <a:latin typeface="Calibri" pitchFamily="34" charset="0"/>
        </a:defRPr>
      </a:lvl4pPr>
      <a:lvl5pPr algn="ctr" defTabSz="2076450" rtl="0" eaLnBrk="0" fontAlgn="base" hangingPunct="0">
        <a:spcBef>
          <a:spcPct val="0"/>
        </a:spcBef>
        <a:spcAft>
          <a:spcPct val="0"/>
        </a:spcAft>
        <a:defRPr sz="10000">
          <a:solidFill>
            <a:schemeClr val="tx1"/>
          </a:solidFill>
          <a:latin typeface="Calibri" pitchFamily="34" charset="0"/>
        </a:defRPr>
      </a:lvl5pPr>
      <a:lvl6pPr marL="457200" algn="ctr" defTabSz="2076450" rtl="0" fontAlgn="base">
        <a:spcBef>
          <a:spcPct val="0"/>
        </a:spcBef>
        <a:spcAft>
          <a:spcPct val="0"/>
        </a:spcAft>
        <a:defRPr sz="10000">
          <a:solidFill>
            <a:schemeClr val="tx1"/>
          </a:solidFill>
          <a:latin typeface="Calibri" pitchFamily="34" charset="0"/>
        </a:defRPr>
      </a:lvl6pPr>
      <a:lvl7pPr marL="914400" algn="ctr" defTabSz="2076450" rtl="0" fontAlgn="base">
        <a:spcBef>
          <a:spcPct val="0"/>
        </a:spcBef>
        <a:spcAft>
          <a:spcPct val="0"/>
        </a:spcAft>
        <a:defRPr sz="10000">
          <a:solidFill>
            <a:schemeClr val="tx1"/>
          </a:solidFill>
          <a:latin typeface="Calibri" pitchFamily="34" charset="0"/>
        </a:defRPr>
      </a:lvl7pPr>
      <a:lvl8pPr marL="1371600" algn="ctr" defTabSz="2076450" rtl="0" fontAlgn="base">
        <a:spcBef>
          <a:spcPct val="0"/>
        </a:spcBef>
        <a:spcAft>
          <a:spcPct val="0"/>
        </a:spcAft>
        <a:defRPr sz="10000">
          <a:solidFill>
            <a:schemeClr val="tx1"/>
          </a:solidFill>
          <a:latin typeface="Calibri" pitchFamily="34" charset="0"/>
        </a:defRPr>
      </a:lvl8pPr>
      <a:lvl9pPr marL="1828800" algn="ctr" defTabSz="2076450" rtl="0" fontAlgn="base">
        <a:spcBef>
          <a:spcPct val="0"/>
        </a:spcBef>
        <a:spcAft>
          <a:spcPct val="0"/>
        </a:spcAft>
        <a:defRPr sz="10000">
          <a:solidFill>
            <a:schemeClr val="tx1"/>
          </a:solidFill>
          <a:latin typeface="Calibri" pitchFamily="34" charset="0"/>
        </a:defRPr>
      </a:lvl9pPr>
    </p:titleStyle>
    <p:bodyStyle>
      <a:lvl1pPr marL="777875" indent="-777875" algn="l" defTabSz="207645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7300" kern="1200">
          <a:solidFill>
            <a:schemeClr val="tx1"/>
          </a:solidFill>
          <a:latin typeface="+mn-lt"/>
          <a:ea typeface="+mn-ea"/>
          <a:cs typeface="+mn-cs"/>
        </a:defRPr>
      </a:lvl1pPr>
      <a:lvl2pPr marL="1687513" indent="-649288" algn="l" defTabSz="207645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2597150" indent="-519113" algn="l" defTabSz="207645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375" indent="-519113" algn="l" defTabSz="207645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675188" indent="-519113" algn="l" defTabSz="207645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4302" indent="-519482" algn="l" defTabSz="2077928" rtl="0" eaLnBrk="1" latinLnBrk="0" hangingPunct="1">
        <a:spcBef>
          <a:spcPct val="20000"/>
        </a:spcBef>
        <a:buFont typeface="Arial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753266" indent="-519482" algn="l" defTabSz="2077928" rtl="0" eaLnBrk="1" latinLnBrk="0" hangingPunct="1">
        <a:spcBef>
          <a:spcPct val="20000"/>
        </a:spcBef>
        <a:buFont typeface="Arial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7792230" indent="-519482" algn="l" defTabSz="2077928" rtl="0" eaLnBrk="1" latinLnBrk="0" hangingPunct="1">
        <a:spcBef>
          <a:spcPct val="20000"/>
        </a:spcBef>
        <a:buFont typeface="Arial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8831194" indent="-519482" algn="l" defTabSz="2077928" rtl="0" eaLnBrk="1" latinLnBrk="0" hangingPunct="1">
        <a:spcBef>
          <a:spcPct val="20000"/>
        </a:spcBef>
        <a:buFont typeface="Arial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77928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1pPr>
      <a:lvl2pPr marL="1038964" algn="l" defTabSz="2077928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2pPr>
      <a:lvl3pPr marL="2077928" algn="l" defTabSz="2077928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3pPr>
      <a:lvl4pPr marL="3116892" algn="l" defTabSz="2077928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4pPr>
      <a:lvl5pPr marL="4155856" algn="l" defTabSz="2077928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5pPr>
      <a:lvl6pPr marL="5194820" algn="l" defTabSz="2077928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6pPr>
      <a:lvl7pPr marL="6233784" algn="l" defTabSz="2077928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7pPr>
      <a:lvl8pPr marL="7272748" algn="l" defTabSz="2077928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8pPr>
      <a:lvl9pPr marL="8311712" algn="l" defTabSz="2077928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0"/>
            <a:ext cx="21396325" cy="24542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584" tIns="32292" rIns="64584" bIns="32292" anchor="ctr"/>
          <a:lstStyle/>
          <a:p>
            <a:pPr algn="ctr" eaLnBrk="0" hangingPunct="0">
              <a:spcBef>
                <a:spcPct val="20000"/>
              </a:spcBef>
              <a:defRPr/>
            </a:pPr>
            <a:endParaRPr lang="en-GB" sz="7100" kern="100" dirty="0">
              <a:solidFill>
                <a:srgbClr val="C00000"/>
              </a:solidFill>
              <a:latin typeface="Bookman Old Style" pitchFamily="18" charset="0"/>
              <a:ea typeface="Calibri" panose="020F0502020204030204" pitchFamily="34" charset="0"/>
            </a:endParaRPr>
          </a:p>
          <a:p>
            <a:pPr algn="ctr" eaLnBrk="0" hangingPunct="0">
              <a:spcBef>
                <a:spcPct val="20000"/>
              </a:spcBef>
              <a:defRPr/>
            </a:pPr>
            <a:r>
              <a:rPr lang="en-IN" sz="3200" kern="100" dirty="0">
                <a:solidFill>
                  <a:srgbClr val="C00000"/>
                </a:solidFill>
                <a:latin typeface="Book Antiqua" panose="02040602050305030304" pitchFamily="18" charset="0"/>
                <a:ea typeface="Calibri" panose="020F0502020204030204" pitchFamily="34" charset="0"/>
              </a:rPr>
              <a:t>        </a:t>
            </a:r>
          </a:p>
          <a:p>
            <a:pPr marL="144000" algn="ctr" eaLnBrk="0" hangingPunct="0">
              <a:spcBef>
                <a:spcPts val="5400"/>
              </a:spcBef>
              <a:spcAft>
                <a:spcPts val="0"/>
              </a:spcAft>
              <a:defRPr/>
            </a:pPr>
            <a:r>
              <a:rPr lang="en-IN" sz="3200" kern="100" dirty="0">
                <a:solidFill>
                  <a:srgbClr val="C00000"/>
                </a:solidFill>
                <a:latin typeface="Book Antiqua" panose="02040602050305030304" pitchFamily="18" charset="0"/>
                <a:ea typeface="Calibri" panose="020F0502020204030204" pitchFamily="34" charset="0"/>
              </a:rPr>
              <a:t>      </a:t>
            </a:r>
            <a:endParaRPr lang="en-GB" sz="3600" dirty="0">
              <a:latin typeface="Bookman Old Style" pitchFamily="18" charset="0"/>
            </a:endParaRPr>
          </a:p>
          <a:p>
            <a:pPr algn="ctr" defTabSz="2077928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100" dirty="0">
              <a:latin typeface="Bookman Old Style" pitchFamily="18" charset="0"/>
            </a:endParaRPr>
          </a:p>
        </p:txBody>
      </p:sp>
      <p:sp>
        <p:nvSpPr>
          <p:cNvPr id="2060" name="Text Box 25"/>
          <p:cNvSpPr txBox="1">
            <a:spLocks noChangeArrowheads="1"/>
          </p:cNvSpPr>
          <p:nvPr/>
        </p:nvSpPr>
        <p:spPr bwMode="auto">
          <a:xfrm>
            <a:off x="244699" y="6270188"/>
            <a:ext cx="6858000" cy="7477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prstDash val="sysDot"/>
            <a:miter lim="800000"/>
            <a:headEnd/>
            <a:tailEnd/>
          </a:ln>
        </p:spPr>
        <p:txBody>
          <a:bodyPr wrap="none" lIns="161460" tIns="161460" rIns="161460" bIns="161460" anchor="t" anchorCtr="1"/>
          <a:lstStyle/>
          <a:p>
            <a:r>
              <a:rPr lang="en-US" sz="3600" b="1" dirty="0">
                <a:solidFill>
                  <a:srgbClr val="C00000"/>
                </a:solidFill>
                <a:latin typeface="Bookman Old Style" pitchFamily="18" charset="0"/>
                <a:cs typeface="Arial" pitchFamily="34" charset="0"/>
              </a:rPr>
              <a:t>Objectives</a:t>
            </a:r>
            <a:endParaRPr lang="en-US" sz="3400" dirty="0">
              <a:solidFill>
                <a:srgbClr val="C00000"/>
              </a:solidFill>
              <a:latin typeface="Bookman Old Style" pitchFamily="18" charset="0"/>
            </a:endParaRPr>
          </a:p>
        </p:txBody>
      </p:sp>
      <p:sp>
        <p:nvSpPr>
          <p:cNvPr id="2062" name="Text Box 25"/>
          <p:cNvSpPr txBox="1">
            <a:spLocks noChangeArrowheads="1"/>
          </p:cNvSpPr>
          <p:nvPr/>
        </p:nvSpPr>
        <p:spPr bwMode="auto">
          <a:xfrm>
            <a:off x="15048000" y="2614578"/>
            <a:ext cx="6019801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prstDash val="sysDot"/>
            <a:miter lim="800000"/>
            <a:headEnd/>
            <a:tailEnd/>
          </a:ln>
        </p:spPr>
        <p:txBody>
          <a:bodyPr wrap="none" lIns="161460" tIns="161460" rIns="161460" bIns="161460" anchor="ctr" anchorCtr="1"/>
          <a:lstStyle/>
          <a:p>
            <a:pPr algn="ctr" defTabSz="3098800"/>
            <a:r>
              <a:rPr lang="en-GB" sz="3600" b="1" dirty="0">
                <a:solidFill>
                  <a:srgbClr val="C00000"/>
                </a:solidFill>
                <a:latin typeface="Bookman Old Style" pitchFamily="18" charset="0"/>
                <a:cs typeface="Arial" pitchFamily="34" charset="0"/>
              </a:rPr>
              <a:t>Results</a:t>
            </a:r>
            <a:endParaRPr lang="en-US" sz="3600" b="1" dirty="0">
              <a:solidFill>
                <a:srgbClr val="C00000"/>
              </a:solidFill>
              <a:latin typeface="Bookman Old Style" pitchFamily="18" charset="0"/>
              <a:cs typeface="Arial" pitchFamily="34" charset="0"/>
            </a:endParaRPr>
          </a:p>
        </p:txBody>
      </p:sp>
      <p:sp>
        <p:nvSpPr>
          <p:cNvPr id="137" name="Content Placeholder 2"/>
          <p:cNvSpPr txBox="1">
            <a:spLocks/>
          </p:cNvSpPr>
          <p:nvPr/>
        </p:nvSpPr>
        <p:spPr bwMode="auto">
          <a:xfrm>
            <a:off x="244699" y="3155981"/>
            <a:ext cx="6858000" cy="2454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7793" tIns="103897" rIns="207793" bIns="103897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Fatalities often result from the inability of incapacitated victims to call for help, leading to critical delays. Current systems lack integrated monitoring for driver fatigue and real-time hazard detection, preventing rapid medical intervention during the vital "Golden Hour."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4699" y="9770361"/>
            <a:ext cx="6858000" cy="8863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lIns="164592" tIns="164592" rIns="164592" bIns="164592">
            <a:spAutoFit/>
          </a:bodyPr>
          <a:lstStyle/>
          <a:p>
            <a:pPr algn="ctr"/>
            <a:r>
              <a:rPr lang="en-GB" sz="3600" b="1" dirty="0">
                <a:solidFill>
                  <a:srgbClr val="C00000"/>
                </a:solidFill>
                <a:latin typeface="Bookman Old Style" pitchFamily="18" charset="0"/>
                <a:cs typeface="Arial" pitchFamily="34" charset="0"/>
              </a:rPr>
              <a:t>Contributions</a:t>
            </a:r>
            <a:endParaRPr lang="en-US" sz="3600" b="1" dirty="0">
              <a:solidFill>
                <a:srgbClr val="C00000"/>
              </a:solidFill>
              <a:latin typeface="Bookman Old Style" pitchFamily="18" charset="0"/>
              <a:cs typeface="Arial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19815" y="2643642"/>
            <a:ext cx="68580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ookman Old Style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Bookman Old Style" pitchFamily="18" charset="0"/>
              </a:rPr>
              <a:t>Problem statement</a:t>
            </a:r>
            <a:endParaRPr lang="en-GB" sz="2600" b="1" dirty="0">
              <a:solidFill>
                <a:srgbClr val="C00000"/>
              </a:solidFill>
              <a:latin typeface="Bookman Old Style" pitchFamily="18" charset="0"/>
              <a:cs typeface="Arial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5204455" y="10037881"/>
            <a:ext cx="585791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rgbClr val="C00000"/>
                </a:solidFill>
                <a:latin typeface="Bookman Old Style" pitchFamily="18" charset="0"/>
                <a:cs typeface="Arial" pitchFamily="34" charset="0"/>
              </a:rPr>
              <a:t>Conclusions</a:t>
            </a:r>
            <a:endParaRPr lang="en-US" sz="3600" dirty="0">
              <a:solidFill>
                <a:srgbClr val="C00000"/>
              </a:solidFill>
              <a:latin typeface="Bookman Old Style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4197276"/>
            <a:ext cx="21396325" cy="838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Bookman Old Style" pitchFamily="18" charset="0"/>
              </a:rPr>
              <a:t>Capstone Project (20EECW402) 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  <a:latin typeface="Bookman Old Style" pitchFamily="18" charset="0"/>
              </a:rPr>
              <a:t>2025-26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B32819-B0CE-CB0D-1EE2-5327A71922DD}"/>
              </a:ext>
            </a:extLst>
          </p:cNvPr>
          <p:cNvSpPr txBox="1"/>
          <p:nvPr/>
        </p:nvSpPr>
        <p:spPr>
          <a:xfrm>
            <a:off x="179217" y="7045972"/>
            <a:ext cx="6857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Emergency Alerts: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 crash detection and GPS transmission to minimize rescue delays.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Driver Monitoring: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drowsiness detection using computer vision to prevent accidents.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D8FFBD-511E-3A78-D856-D80E666C306D}"/>
              </a:ext>
            </a:extLst>
          </p:cNvPr>
          <p:cNvSpPr txBox="1"/>
          <p:nvPr/>
        </p:nvSpPr>
        <p:spPr>
          <a:xfrm>
            <a:off x="7464396" y="10515811"/>
            <a:ext cx="6858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U. Alvi et al.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 Comprehensive Study on IoT Based Accident Detection Systems for Smart Vehicles,"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Kishore S &amp; Rekha R Nair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"Enhancing Road Safety: A Smart Accident Alert System for Rapid Emergency Response."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Nicky Kattukkaran et al.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"Intelligent Accident Detection and Alert System for Emergency Medical Assistance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Saponara et al.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"Real-time video fire/smoke detection based on CNN in antifire surveillance systems,"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Real-Time Image Processing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Kavyashree S Kulkarni et al.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"Vehicle Accident Detection, Life-Saving &amp; Smart Reporting System."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16608C-1FD8-4C1D-9BD4-28F24595CDCA}"/>
              </a:ext>
            </a:extLst>
          </p:cNvPr>
          <p:cNvSpPr txBox="1"/>
          <p:nvPr/>
        </p:nvSpPr>
        <p:spPr>
          <a:xfrm>
            <a:off x="15108357" y="10664364"/>
            <a:ext cx="605011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Accuracy: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95.5% average detection accuracy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reliable identification of crashes, smoke, and driver fatigue.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Alerts: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emergency response latency to under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seconds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maximizing survival during the critical "Golden Hour."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Human-Independent: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Eliminated the need for bystander intervention through automated GPS reporting and real-time monitoring.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Impact: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Delivered a low-cost, high-reliability system for proactive accident prevention and instant emergency localization.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CCB03-6FA9-E3E9-8690-08CEABB66041}"/>
              </a:ext>
            </a:extLst>
          </p:cNvPr>
          <p:cNvSpPr txBox="1"/>
          <p:nvPr/>
        </p:nvSpPr>
        <p:spPr>
          <a:xfrm>
            <a:off x="338513" y="10723888"/>
            <a:ext cx="685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Multi-Hazard Integration: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Unified crash, smoke, and drowsiness monitoring.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Rescue Link: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 GPS alerts to bypass the need for bystander intervention.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Fatigue Mitigation: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accident prevention via real-time computer vision monitoring.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8846" y="94006"/>
            <a:ext cx="16698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I-CARE : Intelligent Car Accident Response Emergency Locator</a:t>
            </a:r>
            <a:endParaRPr lang="ko-KR" alt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6327805-8E79-4E33-B25A-32A3014BB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1" y="334846"/>
            <a:ext cx="4429108" cy="144831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39A725F-3E95-4D5F-B4A8-7F1E672CF6F5}"/>
              </a:ext>
            </a:extLst>
          </p:cNvPr>
          <p:cNvSpPr txBox="1"/>
          <p:nvPr/>
        </p:nvSpPr>
        <p:spPr>
          <a:xfrm>
            <a:off x="4685211" y="751602"/>
            <a:ext cx="165228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ko-KR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SRNs: 02FE22BEC054, 02FE22BEC058	</a:t>
            </a:r>
            <a:br>
              <a:rPr lang="en-IN" altLang="ko-KR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ko-KR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Names: Priyanka, Pruthviraj                                                        Guide: Dr. D.A.Torse						</a:t>
            </a:r>
            <a:endParaRPr lang="ko-KR" alt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E62ECD-74AE-4F41-8047-8935897E973F}"/>
              </a:ext>
            </a:extLst>
          </p:cNvPr>
          <p:cNvSpPr/>
          <p:nvPr/>
        </p:nvSpPr>
        <p:spPr>
          <a:xfrm>
            <a:off x="7601460" y="9746841"/>
            <a:ext cx="68580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 defTabSz="20779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 dirty="0">
                <a:solidFill>
                  <a:srgbClr val="C00000"/>
                </a:solidFill>
                <a:latin typeface="Bookman Old Style" pitchFamily="18" charset="0"/>
                <a:cs typeface="Arial" pitchFamily="34" charset="0"/>
              </a:rPr>
              <a:t>Literature survey</a:t>
            </a:r>
            <a:endParaRPr lang="en-US" sz="3600" b="1" dirty="0">
              <a:solidFill>
                <a:srgbClr val="C00000"/>
              </a:solidFill>
              <a:latin typeface="Bookman Old Style" pitchFamily="18" charset="0"/>
              <a:cs typeface="Arial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DE17EC-112B-45DC-AA4A-53BC69FDC862}"/>
              </a:ext>
            </a:extLst>
          </p:cNvPr>
          <p:cNvSpPr/>
          <p:nvPr/>
        </p:nvSpPr>
        <p:spPr>
          <a:xfrm>
            <a:off x="7530615" y="2649379"/>
            <a:ext cx="68580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 defTabSz="20779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600" b="1" dirty="0">
                <a:solidFill>
                  <a:srgbClr val="C00000"/>
                </a:solidFill>
                <a:latin typeface="Bookman Old Style" pitchFamily="18" charset="0"/>
                <a:cs typeface="Arial" pitchFamily="34" charset="0"/>
              </a:rPr>
              <a:t>Methodology</a:t>
            </a:r>
            <a:endParaRPr lang="en-US" sz="3600" b="1" dirty="0">
              <a:solidFill>
                <a:srgbClr val="C00000"/>
              </a:solidFill>
              <a:latin typeface="Bookman Old Style" pitchFamily="18" charset="0"/>
              <a:cs typeface="Arial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950DAF-7B6F-AC56-6881-2617D8683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9"/>
          <a:stretch>
            <a:fillRect/>
          </a:stretch>
        </p:blipFill>
        <p:spPr>
          <a:xfrm>
            <a:off x="7415093" y="3765760"/>
            <a:ext cx="7110032" cy="47095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8F5FE3-6EF1-49CE-5437-4B672578CA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8357" y="3390663"/>
            <a:ext cx="6012653" cy="3537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0CC53AA-1E6C-7E62-48E3-5C2AA85B5D2F}"/>
              </a:ext>
            </a:extLst>
          </p:cNvPr>
          <p:cNvSpPr txBox="1"/>
          <p:nvPr/>
        </p:nvSpPr>
        <p:spPr>
          <a:xfrm>
            <a:off x="15450690" y="7045972"/>
            <a:ext cx="56703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:The I-CARE system demonstrates high reliability with an average detection accuracy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95.5%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hazards, achieving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manual SOS triggers. Communication testing confirms rapid response times, with emergency calls connecting in just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seconds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SMS alerts delivered within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seconds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typical conditions, ensuring medical intervention within the critical "Golden Hour."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4091</TotalTime>
  <Words>424</Words>
  <Application>Microsoft Office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Book Antiqua</vt:lpstr>
      <vt:lpstr>Bookman Old Style</vt:lpstr>
      <vt:lpstr>Calibri</vt:lpstr>
      <vt:lpstr>Times New Roman</vt:lpstr>
      <vt:lpstr>Office Theme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aesplancopy.co.uk</dc:creator>
  <cp:lastModifiedBy>Pruthviraj Banoshi</cp:lastModifiedBy>
  <cp:revision>275</cp:revision>
  <dcterms:created xsi:type="dcterms:W3CDTF">2009-07-23T11:11:30Z</dcterms:created>
  <dcterms:modified xsi:type="dcterms:W3CDTF">2026-05-20T09:36:47Z</dcterms:modified>
</cp:coreProperties>
</file>